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63" r:id="rId2"/>
    <p:sldId id="264" r:id="rId3"/>
    <p:sldId id="268" r:id="rId4"/>
    <p:sldId id="266" r:id="rId5"/>
    <p:sldId id="257" r:id="rId6"/>
    <p:sldId id="259" r:id="rId7"/>
    <p:sldId id="258" r:id="rId8"/>
    <p:sldId id="260" r:id="rId9"/>
    <p:sldId id="261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1" r:id="rId18"/>
    <p:sldId id="265" r:id="rId19"/>
    <p:sldId id="267" r:id="rId20"/>
    <p:sldId id="26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3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68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8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81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3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7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5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0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4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9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088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036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91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96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17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78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5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0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96287"/>
            <a:ext cx="10336355" cy="4794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WELCOME TO MY ONLINE</a:t>
            </a: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  PHARMACARE PMS</a:t>
            </a: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    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0517" y="1553115"/>
            <a:ext cx="5334000" cy="172234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CONSULTANT.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MD. MOSHAIDUL ISLAM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PWAD IDB-BISEW IT Scholarship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moshaidul@gmail.com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382603" y="1553115"/>
            <a:ext cx="5334000" cy="172234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INSTRUCTOR: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FARHANA AKTER LUCKY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PWAD IDB-BISEW IT Scholarship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farhanawdpf@gmail.com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517" y="3957850"/>
            <a:ext cx="53340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DEVELOPED BY.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NAME: MD SHAMIM HOSSAIN RIDOY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Full-Stack PHP Developer | 2025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redayh8888@gmail.com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GitHub: github.com/sh-ridoy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E61-2893-7F55-C5A7-9B6C1D34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B7F3DA-BF19-B537-B6AB-A6477D9D1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892830"/>
              </p:ext>
            </p:extLst>
          </p:nvPr>
        </p:nvGraphicFramePr>
        <p:xfrm>
          <a:off x="996287" y="1456643"/>
          <a:ext cx="10167582" cy="519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067441">
                  <a:extLst>
                    <a:ext uri="{9D8B030D-6E8A-4147-A177-3AD203B41FA5}">
                      <a16:colId xmlns:a16="http://schemas.microsoft.com/office/drawing/2014/main" val="1602237789"/>
                    </a:ext>
                  </a:extLst>
                </a:gridCol>
                <a:gridCol w="2100141">
                  <a:extLst>
                    <a:ext uri="{9D8B030D-6E8A-4147-A177-3AD203B41FA5}">
                      <a16:colId xmlns:a16="http://schemas.microsoft.com/office/drawing/2014/main" val="566694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OF PROJECT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1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 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8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72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Objectives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1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Key Features(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guest)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Key Features(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Administrators)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05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3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Management Flow Chart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936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ERD Daigram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14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Demo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53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Invoice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72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Milestone &amp;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38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Requirements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94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and Future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9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0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5 January, 2025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The Consultant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IDB Bhaban, Sher-e-Bangla Nagar, Dhaka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Subject: Project proposal letter for PharmaCare PMS.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Dear Sir,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Thank you for the opportunity to build a real-life project. I have decided to develop PharmaCare PMS - a complete Pharmacy Management System. This system covers medicine sales (POS), inventory, purchase management, reports and analytics. I believe this project will demonstrate my skills in PHP, MySQL, and web development.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Sincerely,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Name: Md Shamim Hossain Ridoy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Full-Stack PHP Developer |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is a complete Pharmacy Management System built with PHP 8, MySQL and Bootstrap 5.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It provides essential services: Point of Sale (POS), inventory control, purchase management, and detailed analytics.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goal is to streamline all pharmacy operations, reduce manual workload and improve efficiency.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system features 13+ modules covering the complete pharmacy workflow from sales to reports.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Role-based access control ensures data security with Admin, Pharmacist, and Cashier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Provide a fast and reliable Point of Sale (POS) system with medicine search and invoice printing.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Enable complete inventory control including stock, batch, expiry date, and low-stock alerts.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Manage purchase orders from suppliers with automatic stock update on receipt.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Generate real-time sales, purchase, and profit/loss reports with visual charts.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Implement role-based access control to ensure secure and appropriate system usage.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Build a complete CRM for customers and supplier relationship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SOFTWARE Key Features — For Cashier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Point of Sale (POS): Fast cashier UI with live medicine search and quick checkout.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Invoice Printing: Auto-generate and print invoices for each sale transaction.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Discount Management: Apply percentage or fixed discounts at time of sale.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Customer Management: Create and manage customer profiles and purchase history.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Return Processing: Process customer returns with refund calculation and restock.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Own Sales History: Cashiers can view their own daily/monthly sales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SOFTWARE Key Features For Admin and Pharmacist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Dashboard: Comprehensive overview showing stats, charts, recent sales, and alerts.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 Management: Full CRUD for medicines including stock, batch, and expiry tracking.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Orders: Create and manage supplier purchase orders with auto stock update.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Expiry and Low Stock Alerts: Real-time notifications for critical inventory items.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Reports and Profit/Loss: Detailed reports with interactive charts for revenue and COGS.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 Management: Admin can manage staff accounts and assign roles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Pharmacies and Drug Stores: Any pharmacy needing efficient all-in-one management.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Admin/Owner: Full control over operations, staff, suppliers, and financial reporting.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Pharmacist: Manages medicine stock, purchase orders, and inventory tracking.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Cashier: Handles daily sales, customer interactions, invoice printing and returns.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Developers/Institutions: A complete PHP/MySQL project for real-world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System Management Flow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 Login → Role Check (Admin / Pharmacist / Cashier)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Cashier: POS → Search Medicine → Add to Cart → Apply Discount → Generate Invoice → Print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Pharmacist: Manage Medicines → Purchase Orders → Supplier → Stock Update → Expiry Monitor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Admin: Dashboard → Reports → Profit/Loss → User Management → System Configuration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Database: All transactions recorded in MySQL with normalized relational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PharmaCare PMS — Database ERD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users ← → sales (user_id), purchases (user_id)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medicines ← → sale_items (medicine_id), purchase_items (medicine_id), returns (medicine_id)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customers ← → sales (customer_id)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suppliers ← → medicines (supplier_id), purchases (supplier_id)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sales ← → sale_items (sale_id), returns (sale_id)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categories ← → medicines (category_id)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All tables connected via foreign keys with auto-increment primary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— Dashboard Overview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Shows real-time stats: Today's Sales, Total Revenue, Low Stock Count, Expired Medicines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Quick-access navigation to POS, Medicines, Purchases, Reports, and Users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Interactive charts displaying monthly sales trend and top-selling medicines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Recent transactions visible at a glance on the main dashboard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Point of Sale (POS)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Live medicine search: type name and results appear instantly without page reload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Add multiple medicines to cart with quantity and unit price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Apply discounts (percentage or fixed amount) per sale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Select payment method: Cash, Card, or Mobile Banking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Generate and print professional invoice with pharmacy details and itemized billing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Inventory and Purchase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 Management: Full CRUD with stock quantity, batch number, and expiry date.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Category Management: Organize medicines into categories (Antibiotic, Painkiller, etc.).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Supplier Management: Maintain supplier contacts and purchase history.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Orders: Create orders from suppliers, mark received, auto-update stock.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Expiry Tracking: Highlight medicines expiring within 30/60/90 days with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Reports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Sales Report: Filter by date range, view total revenue and number of transactions.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Report: Track total spending per supplier and per time period.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Inventory Report: Current stock levels, low-stock items, and valuation summary.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Profit and Loss: Calculate revenue minus COGS to show net profit with charts.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Chart.js visualizations: Line charts for trends, Bar charts for comparisons.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3709" y="324600"/>
            <a:ext cx="8610600" cy="1295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Security and User Roles</a:t>
            </a:r>
          </a:p>
        </p:txBody>
      </p:sp>
      <p:sp>
        <p:nvSpPr>
          <p:cNvPr id="10" name="AuthBox"/>
          <p:cNvSpPr>
            <a:spLocks noGrp="1"/>
          </p:cNvSpPr>
          <p:nvPr/>
        </p:nvSpPr>
        <p:spPr>
          <a:xfrm>
            <a:off x="457200" y="1440000"/>
            <a:ext cx="8229600" cy="36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lIns="180000" tIns="90000" rIns="180000" bIns="9000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🔒  Session-based Authentication  |  Unauthorized access auto-redirected to login page</a:t>
            </a:r>
          </a:p>
        </p:txBody>
      </p:sp>
      <p:sp>
        <p:nvSpPr>
          <p:cNvPr id="11" name="AdminCard"/>
          <p:cNvSpPr>
            <a:spLocks noGrp="1"/>
          </p:cNvSpPr>
          <p:nvPr/>
        </p:nvSpPr>
        <p:spPr>
          <a:xfrm>
            <a:off x="457200" y="1870000"/>
            <a:ext cx="2629200" cy="2743200"/>
          </a:xfrm>
          <a:prstGeom prst="roundRect">
            <a:avLst>
              <a:gd name="adj" fmla="val 20000"/>
            </a:avLst>
          </a:prstGeom>
          <a:solidFill>
            <a:srgbClr val="4A148C"/>
          </a:solidFill>
          <a:ln w="12700">
            <a:solidFill>
              <a:srgbClr val="7B1FA2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F3E5F5"/>
                </a:solidFill>
                <a:latin typeface="Calibri"/>
              </a:rPr>
              <a:t>ADMIN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Full system access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User management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All reports &amp; analytics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System configuration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Profit/Loss reports</a:t>
            </a:r>
          </a:p>
        </p:txBody>
      </p:sp>
      <p:sp>
        <p:nvSpPr>
          <p:cNvPr id="12" name="PharmCard"/>
          <p:cNvSpPr>
            <a:spLocks noGrp="1"/>
          </p:cNvSpPr>
          <p:nvPr/>
        </p:nvSpPr>
        <p:spPr>
          <a:xfrm>
            <a:off x="3200400" y="1870000"/>
            <a:ext cx="2629200" cy="2743200"/>
          </a:xfrm>
          <a:prstGeom prst="roundRect">
            <a:avLst>
              <a:gd name="adj" fmla="val 20000"/>
            </a:avLst>
          </a:prstGeom>
          <a:solidFill>
            <a:srgbClr val="006064"/>
          </a:solidFill>
          <a:ln w="12700">
            <a:solidFill>
              <a:srgbClr val="00838F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E0F7FA"/>
                </a:solidFill>
                <a:latin typeface="Calibri"/>
              </a:rPr>
              <a:t>PHARMACIST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Medicine management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Purchase orders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Inventory tracking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Expiry monitoring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Supplier view</a:t>
            </a:r>
          </a:p>
        </p:txBody>
      </p:sp>
      <p:sp>
        <p:nvSpPr>
          <p:cNvPr id="13" name="CashierCard"/>
          <p:cNvSpPr>
            <a:spLocks noGrp="1"/>
          </p:cNvSpPr>
          <p:nvPr/>
        </p:nvSpPr>
        <p:spPr>
          <a:xfrm>
            <a:off x="5943600" y="1870000"/>
            <a:ext cx="2743200" cy="27432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 w="12700">
            <a:solidFill>
              <a:srgbClr val="E64A19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FBE9E7"/>
                </a:solidFill>
                <a:latin typeface="Calibri"/>
              </a:rPr>
              <a:t>CASHIER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Point of Sale (POS)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Customer management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Invoice generation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Own sales history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Discount &amp; returns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Invoice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Auto-generated invoice for every completed sale transaction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Invoice includes: Invoice No., Date, Customer Name, Medicine Items, Quantity, Price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Discount and final total clearly shown on invoice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Payment method recorded (Cash/Card/Mobile Banking)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 name, branch info, and contact details in header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Print-ready layout using Bootstrap print CSS media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24406"/>
              </p:ext>
            </p:extLst>
          </p:nvPr>
        </p:nvGraphicFramePr>
        <p:xfrm>
          <a:off x="996287" y="1456643"/>
          <a:ext cx="10167582" cy="3235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06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</a:rPr>
                        <a:t>DURATION (DAYS)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Requirements Gathering and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Database Design and 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Backend Development (PHP Modules)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Frontend UI </a:t>
                      </a:r>
                      <a:r>
                        <a:rPr lang="en-US" b="0">
                          <a:latin typeface="Times New Roman" panose="02020603050405020304" pitchFamily="18" charset="0"/>
                        </a:rPr>
                        <a:t>(Bootstrap)</a:t>
                      </a:r>
                      <a:endParaRPr lang="en-US" b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Testing and Bug Fixing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Final Review and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Total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FRONTEND: Bootstrap 5.3 (Responsive UI), Bootstrap Icons 1.11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FRONTEND: Plain JavaScript for dynamic interactions, Google Fonts (Plus Jakarta Sans)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BACKEND: PHP 8 (Core Backend Logic), Session-based Authentication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BACKEND: Role-based Access Control, Modular PHP Architecture, Dynamic POS Search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DATABASE: MySQL (Relational Database), 10+ Normalized Tables, Foreign Key Constraints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TOOLS: Git/GitHub (Version Control), VS Code (IDE), XAMPP (Local Development)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Conclusion and 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delivers a complete and production-ready pharmacy management solution.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system improves operational efficiency, reduces manual workload, and enhances accuracy.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Built with industry-standard technologies: PHP 8, MySQL, Bootstrap 5, and JavaScript.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Add barcode scanning for faster medicine lookup at POS.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Mobile responsive PWA for on-the-go inventory management.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SMS/Email notification for low stock and expiry alerts to admin.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Multi-branch pharmacy support with centralized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96287"/>
            <a:ext cx="10336355" cy="47949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400" dirty="0">
                <a:latin typeface="Times New Roman" panose="02020603050405020304" pitchFamily="18" charset="0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489</TotalTime>
  <Words>1462</Words>
  <Application>Microsoft Office PowerPoint</Application>
  <PresentationFormat>Widescreen</PresentationFormat>
  <Paragraphs>186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Vapor Trail</vt:lpstr>
      <vt:lpstr>PowerPoint Presentation</vt:lpstr>
      <vt:lpstr>PowerPoint Presentation</vt:lpstr>
      <vt:lpstr>PowerPoint Presentation</vt:lpstr>
      <vt:lpstr>Application</vt:lpstr>
      <vt:lpstr>Project Overview</vt:lpstr>
      <vt:lpstr>Project Objectives</vt:lpstr>
      <vt:lpstr>SOFTWARE Key Features — For Cashier</vt:lpstr>
      <vt:lpstr>SOFTWARE Key Features For Admin and Pharmacist</vt:lpstr>
      <vt:lpstr>Target Audience</vt:lpstr>
      <vt:lpstr>System Management Flow Chart</vt:lpstr>
      <vt:lpstr>PharmaCare PMS — Database ERD</vt:lpstr>
      <vt:lpstr>Project Demo</vt:lpstr>
      <vt:lpstr>Point of Sale (POS) Module</vt:lpstr>
      <vt:lpstr>Inventory and Purchase Management</vt:lpstr>
      <vt:lpstr>Reports and Analytics</vt:lpstr>
      <vt:lpstr>Security and User Roles</vt:lpstr>
      <vt:lpstr>Invoice</vt:lpstr>
      <vt:lpstr>PowerPoint Presentation</vt:lpstr>
      <vt:lpstr>Technical Requirements</vt:lpstr>
      <vt:lpstr>Conclusion and Future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Munna Bhai</dc:creator>
  <cp:lastModifiedBy>Ridoy hasan</cp:lastModifiedBy>
  <cp:revision>20</cp:revision>
  <dcterms:created xsi:type="dcterms:W3CDTF">2025-01-04T17:46:25Z</dcterms:created>
  <dcterms:modified xsi:type="dcterms:W3CDTF">2026-05-10T07:07:57Z</dcterms:modified>
</cp:coreProperties>
</file>