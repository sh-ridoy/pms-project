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72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61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822960"/>
            <a:ext cx="3474720" cy="3474720"/>
          </a:xfrm>
          <a:prstGeom prst="ellipse">
            <a:avLst/>
          </a:prstGeom>
          <a:solidFill>
            <a:srgbClr val="1A6B3C">
              <a:alpha val="60000"/>
            </a:srgbClr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457200"/>
            <a:ext cx="1645920" cy="1645920"/>
          </a:xfrm>
          <a:prstGeom prst="ellipse">
            <a:avLst/>
          </a:prstGeom>
          <a:solidFill>
            <a:srgbClr val="F0A500">
              <a:alpha val="3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3200400"/>
            <a:ext cx="2560320" cy="2560320"/>
          </a:xfrm>
          <a:prstGeom prst="ellipse">
            <a:avLst/>
          </a:prstGeom>
          <a:solidFill>
            <a:srgbClr val="1A6B3C">
              <a:alpha val="45000"/>
            </a:srgbClr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749808" cy="749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17320"/>
            <a:ext cx="73152" cy="2286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80160" y="347472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PharmaCare PMS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20574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C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solution for medicine sales, inventory, purchases &amp; analytics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767328"/>
            <a:ext cx="4754880" cy="841248"/>
          </a:xfrm>
          <a:prstGeom prst="rect">
            <a:avLst/>
          </a:prstGeom>
          <a:solidFill>
            <a:srgbClr val="1A6B3C">
              <a:alpha val="7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3840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by: Md Shamim Hossain Ridoy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4187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PHP Developer  |  2025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617720"/>
            <a:ext cx="1600200" cy="301752"/>
          </a:xfrm>
          <a:prstGeom prst="rect">
            <a:avLst/>
          </a:prstGeom>
          <a:solidFill>
            <a:srgbClr val="F0A500">
              <a:alpha val="82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61772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176272" y="4617720"/>
            <a:ext cx="1600200" cy="301752"/>
          </a:xfrm>
          <a:prstGeom prst="rect">
            <a:avLst/>
          </a:prstGeom>
          <a:solidFill>
            <a:srgbClr val="F0A500">
              <a:alpha val="82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76272" y="461772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895344" y="4617720"/>
            <a:ext cx="1600200" cy="301752"/>
          </a:xfrm>
          <a:prstGeom prst="rect">
            <a:avLst/>
          </a:prstGeom>
          <a:solidFill>
            <a:srgbClr val="F0A500">
              <a:alpha val="82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95344" y="461772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14416" y="4617720"/>
            <a:ext cx="1600200" cy="301752"/>
          </a:xfrm>
          <a:prstGeom prst="rect">
            <a:avLst/>
          </a:prstGeom>
          <a:solidFill>
            <a:srgbClr val="F0A500">
              <a:alpha val="82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14416" y="461772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333488" y="461772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D22"/>
          </a:solidFill>
          <a:ln w="12700">
            <a:solidFill>
              <a:srgbClr val="0D3D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PharmaCare PMS — What it covers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46304"/>
            <a:ext cx="530352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109728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1097280"/>
            <a:ext cx="2834640" cy="640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1298448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6968" y="1280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D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 System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93192" y="1773936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cashier UI with AJAX medicine search, discounts &amp; invoice printing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91840" y="109728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91840" y="1097280"/>
            <a:ext cx="2834640" cy="640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1298448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50208" y="1280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D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Control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456432" y="1773936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stock, batch, expiry, category &amp; supplier tracking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355080" y="109728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55080" y="1097280"/>
            <a:ext cx="2834640" cy="640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1298448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13448" y="1280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D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Purchase Management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519672" y="1773936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 from suppliers with automatic stock update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228600" y="3090672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228600" y="3090672"/>
            <a:ext cx="2834640" cy="640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" y="3291840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86968" y="32735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D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Reports &amp; P&amp;L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393192" y="376732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purchase, profit/loss analytics with visual charts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291840" y="3090672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291840" y="3090672"/>
            <a:ext cx="2834640" cy="640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6432" y="3291840"/>
            <a:ext cx="402336" cy="40233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950208" y="32735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D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&amp; Supplier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3456432" y="376732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CRM for customers and supplier management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355080" y="3090672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355080" y="3090672"/>
            <a:ext cx="2834640" cy="640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672" y="3291840"/>
            <a:ext cx="402336" cy="40233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013448" y="32735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D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6519672" y="376732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Pharmacist &amp; Cashier with secure session login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3D22"/>
          </a:solidFill>
          <a:ln w="12700">
            <a:solidFill>
              <a:srgbClr val="0D3D2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92608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1280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228600" y="248716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pharmacy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7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 operate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7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efficiently.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8600" y="3675888"/>
            <a:ext cx="2971800" cy="3931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3675888"/>
            <a:ext cx="2971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13+  Modules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28600" y="4133088"/>
            <a:ext cx="2971800" cy="393192"/>
          </a:xfrm>
          <a:prstGeom prst="rect">
            <a:avLst/>
          </a:prstGeom>
          <a:solidFill>
            <a:srgbClr val="2E8B57">
              <a:alpha val="80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4133088"/>
            <a:ext cx="2971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User Roles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28600" y="4590288"/>
            <a:ext cx="2971800" cy="393192"/>
          </a:xfrm>
          <a:prstGeom prst="rect">
            <a:avLst/>
          </a:prstGeom>
          <a:solidFill>
            <a:srgbClr val="2E8B57">
              <a:alpha val="80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8600" y="4590288"/>
            <a:ext cx="2971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Backend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0" y="109728"/>
            <a:ext cx="5212080" cy="7132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6517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33672" y="2011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D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 of Sale (POS)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233672" y="512064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search, invoice &amp; discount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0" y="914400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106984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233672" y="10058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D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Medicine Management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233672" y="1316736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batch, expiry, categories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657600" y="1719072"/>
            <a:ext cx="5212080" cy="7132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760" y="187452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233672" y="18105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D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Purchase Orders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233672" y="2121408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purchase, auto stock update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657600" y="2523744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60" y="2679192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233672" y="26151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D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Expiry &amp; Low Stock Alerts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233672" y="2926080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for critical items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657600" y="3328416"/>
            <a:ext cx="5212080" cy="7132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4760" y="3483864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233672" y="341985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D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 Management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233672" y="373075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returns with refund &amp; restock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3657600" y="4133088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4760" y="4288536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233672" y="42245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D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Profit &amp; Loss Reports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4233672" y="4535424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Charts: revenue, COGS, net profit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 &amp;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proven, production-ready technologies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64592"/>
            <a:ext cx="530352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1024128"/>
            <a:ext cx="278892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10241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LAYER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" y="1435608"/>
            <a:ext cx="278892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581912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" y="1554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 – Responsive UI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17627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1792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 1.11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770632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792" y="2743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– Visualizations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364992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1792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JavaScript + AJAX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959352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21792" y="3931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– Plus Jakarta Sans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3200400" y="1024128"/>
            <a:ext cx="2788920" cy="4114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3200400" y="10241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LAYER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3200400" y="1435608"/>
            <a:ext cx="278892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1581912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639312" y="1554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– Core Backend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176272"/>
            <a:ext cx="228600" cy="228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639312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Authentication</a:t>
            </a:r>
            <a:endParaRPr lang="en-US" sz="11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770632"/>
            <a:ext cx="228600" cy="2286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639312" y="2743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364992"/>
            <a:ext cx="228600" cy="2286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639312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REST-style API Endpoints</a:t>
            </a:r>
            <a:endParaRPr lang="en-US" sz="11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959352"/>
            <a:ext cx="228600" cy="22860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3639312" y="3931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POS Medicine Search</a:t>
            </a:r>
            <a:endParaRPr lang="en-US" sz="1100" dirty="0"/>
          </a:p>
        </p:txBody>
      </p:sp>
      <p:sp>
        <p:nvSpPr>
          <p:cNvPr id="32" name="Shape 19"/>
          <p:cNvSpPr/>
          <p:nvPr/>
        </p:nvSpPr>
        <p:spPr>
          <a:xfrm>
            <a:off x="6217920" y="1024128"/>
            <a:ext cx="27889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20"/>
          <p:cNvSpPr/>
          <p:nvPr/>
        </p:nvSpPr>
        <p:spPr>
          <a:xfrm>
            <a:off x="6217920" y="10241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LAYER</a:t>
            </a:r>
            <a:endParaRPr lang="en-US" sz="1100" dirty="0"/>
          </a:p>
        </p:txBody>
      </p:sp>
      <p:sp>
        <p:nvSpPr>
          <p:cNvPr id="34" name="Shape 21"/>
          <p:cNvSpPr/>
          <p:nvPr/>
        </p:nvSpPr>
        <p:spPr>
          <a:xfrm>
            <a:off x="6217920" y="1435608"/>
            <a:ext cx="278892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1581912"/>
            <a:ext cx="228600" cy="2286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656832" y="1554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– Relational Database</a:t>
            </a:r>
            <a:endParaRPr lang="en-US" sz="11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176272"/>
            <a:ext cx="228600" cy="22860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656832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Normalized Tables</a:t>
            </a:r>
            <a:endParaRPr lang="en-US" sz="110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770632"/>
            <a:ext cx="228600" cy="22860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6656832" y="2743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Constraints</a:t>
            </a:r>
            <a:endParaRPr lang="en-US" sz="110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364992"/>
            <a:ext cx="228600" cy="22860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6656832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Auto-increment Indexes</a:t>
            </a:r>
            <a:endParaRPr lang="en-US" sz="110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959352"/>
            <a:ext cx="228600" cy="22860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656832" y="3931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SQL File Included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DETAILS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PHP modules covering the complete pharmacy workflow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" y="987552"/>
            <a:ext cx="21031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987552"/>
            <a:ext cx="54864" cy="8503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7899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" y="14081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charts, recent sales &amp; alerts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68296" y="987552"/>
            <a:ext cx="21031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68296" y="987552"/>
            <a:ext cx="54864" cy="8503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107899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87168" y="14081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Sale with AJAX search &amp; invoice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9432" y="987552"/>
            <a:ext cx="21031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9432" y="987552"/>
            <a:ext cx="54864" cy="8503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07899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18304" y="14081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CRUD: stock, batch, expiry date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30568" y="987552"/>
            <a:ext cx="21031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30568" y="987552"/>
            <a:ext cx="54864" cy="8503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07899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14081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category management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37160" y="1929384"/>
            <a:ext cx="21031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7160" y="1929384"/>
            <a:ext cx="54864" cy="8503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02082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info &amp; purchase tracking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68296" y="1929384"/>
            <a:ext cx="21031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68296" y="1929384"/>
            <a:ext cx="54864" cy="8503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87168" y="202082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Purchases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87168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orders, auto stock update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99432" y="1929384"/>
            <a:ext cx="21031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99432" y="1929384"/>
            <a:ext cx="54864" cy="8503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202082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18304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history &amp; invoice viewing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30568" y="1929384"/>
            <a:ext cx="21031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30568" y="1929384"/>
            <a:ext cx="54864" cy="8503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202082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4944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DB with purchase history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37160" y="2871216"/>
            <a:ext cx="21031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37160" y="2871216"/>
            <a:ext cx="54864" cy="8503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296265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E18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56032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with refund &amp; restock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368296" y="2871216"/>
            <a:ext cx="21031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368296" y="2871216"/>
            <a:ext cx="54864" cy="85039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87168" y="296265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Expiry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487168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Expired/near-expiry tracking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99432" y="2871216"/>
            <a:ext cx="21031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99432" y="2871216"/>
            <a:ext cx="54864" cy="85039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296265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718304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purchase &amp; inventory reports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830568" y="2871216"/>
            <a:ext cx="21031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830568" y="2871216"/>
            <a:ext cx="54864" cy="8503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296265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Profit/Loss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49440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with interactive charts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37160" y="3813048"/>
            <a:ext cx="21031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37160" y="3813048"/>
            <a:ext cx="54864" cy="8503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6032" y="390448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56032" y="4233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management &amp; role assignment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SCHEMA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normalized MySQL tables with foreign key relationships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64592"/>
            <a:ext cx="530352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1024128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" y="1024128"/>
            <a:ext cx="42519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0241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92608" y="13716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username · password · full_name · email · phone · role · status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1024128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24128"/>
            <a:ext cx="42519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0241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medicines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18888" y="13716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· generic_name · category_id · supplier_id · purchase_price · sale_price · stock_qty · expiry_date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82880" y="2368296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82880" y="2368296"/>
            <a:ext cx="42519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236829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92608" y="271576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invoice_no · customer_id · user_id · subtotal · discount · total · payment_method · sale_date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09160" y="2368296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2368296"/>
            <a:ext cx="42519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00600" y="236829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sale_items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18888" y="271576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sale_id · medicine_id · quantity · unit_price · total_price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82880" y="3712464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82880" y="3712464"/>
            <a:ext cx="42519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71246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purchases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92608" y="405993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purchase_no · supplier_id · user_id · total_amount · status · purchase_date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09160" y="3712464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3712464"/>
            <a:ext cx="42519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371246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18888" y="405993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sale_id · medicine_id · quantity · refund_amount · status · return_date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USER ROLES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with secure PHP session authentication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788920" cy="3931920"/>
          </a:xfrm>
          <a:prstGeom prst="rect">
            <a:avLst/>
          </a:prstGeom>
          <a:solidFill>
            <a:srgbClr val="E8F5EE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2788920" cy="502920"/>
          </a:xfrm>
          <a:prstGeom prst="rect">
            <a:avLst/>
          </a:prstGeom>
          <a:solidFill>
            <a:srgbClr val="0D3D22"/>
          </a:solidFill>
          <a:ln w="12700">
            <a:solidFill>
              <a:srgbClr val="0D3D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664208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6367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85416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21579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staff management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06624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configuration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227832"/>
            <a:ext cx="210312" cy="2103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008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reports &amp; analytics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749040"/>
            <a:ext cx="210312" cy="2103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40080" y="3721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&amp; category mgmt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270248"/>
            <a:ext cx="210312" cy="21031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40080" y="42428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sales &amp; purchase data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3154680" y="1005840"/>
            <a:ext cx="2788920" cy="393192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3154680" y="1005840"/>
            <a:ext cx="2788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324612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PHARMACIST</a:t>
            </a:r>
            <a:endParaRPr lang="en-US" sz="16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664208"/>
            <a:ext cx="210312" cy="21031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611880" y="16367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management</a:t>
            </a:r>
            <a:endParaRPr lang="en-US" sz="11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185416"/>
            <a:ext cx="210312" cy="21031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611880" y="21579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11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706624"/>
            <a:ext cx="210312" cy="210312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611880" y="2679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tracking</a:t>
            </a:r>
            <a:endParaRPr lang="en-US" sz="11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3227832"/>
            <a:ext cx="210312" cy="21031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61188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monitoring</a:t>
            </a:r>
            <a:endParaRPr lang="en-US" sz="11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3749040"/>
            <a:ext cx="210312" cy="210312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3611880" y="3721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supplier view</a:t>
            </a:r>
            <a:endParaRPr lang="en-US" sz="11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4270248"/>
            <a:ext cx="210312" cy="210312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3611880" y="42428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reports view</a:t>
            </a:r>
            <a:endParaRPr lang="en-US" sz="1100" dirty="0"/>
          </a:p>
        </p:txBody>
      </p:sp>
      <p:sp>
        <p:nvSpPr>
          <p:cNvPr id="35" name="Shape 21"/>
          <p:cNvSpPr/>
          <p:nvPr/>
        </p:nvSpPr>
        <p:spPr>
          <a:xfrm>
            <a:off x="6126480" y="1005840"/>
            <a:ext cx="2788920" cy="3931920"/>
          </a:xfrm>
          <a:prstGeom prst="rect">
            <a:avLst/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6" name="Shape 22"/>
          <p:cNvSpPr/>
          <p:nvPr/>
        </p:nvSpPr>
        <p:spPr>
          <a:xfrm>
            <a:off x="6126480" y="1005840"/>
            <a:ext cx="2788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23"/>
          <p:cNvSpPr/>
          <p:nvPr/>
        </p:nvSpPr>
        <p:spPr>
          <a:xfrm>
            <a:off x="621792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CASHIER</a:t>
            </a:r>
            <a:endParaRPr lang="en-US" sz="1600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664208"/>
            <a:ext cx="210312" cy="210312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6583680" y="16367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Sale (POS)</a:t>
            </a:r>
            <a:endParaRPr lang="en-US" sz="1100" dirty="0"/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2185416"/>
            <a:ext cx="210312" cy="210312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6583680" y="21579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100" dirty="0"/>
          </a:p>
        </p:txBody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2706624"/>
            <a:ext cx="210312" cy="210312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583680" y="2679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generation</a:t>
            </a:r>
            <a:endParaRPr lang="en-US" sz="1100" dirty="0"/>
          </a:p>
        </p:txBody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3227832"/>
            <a:ext cx="210312" cy="210312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658368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processing</a:t>
            </a:r>
            <a:endParaRPr lang="en-US" sz="1100" dirty="0"/>
          </a:p>
        </p:txBody>
      </p:sp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3749040"/>
            <a:ext cx="210312" cy="210312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6583680" y="3721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sales history</a:t>
            </a:r>
            <a:endParaRPr lang="en-US" sz="1100" dirty="0"/>
          </a:p>
        </p:txBody>
      </p:sp>
      <p:pic>
        <p:nvPicPr>
          <p:cNvPr id="48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4270248"/>
            <a:ext cx="210312" cy="210312"/>
          </a:xfrm>
          <a:prstGeom prst="rect">
            <a:avLst/>
          </a:prstGeom>
        </p:spPr>
      </p:pic>
      <p:sp>
        <p:nvSpPr>
          <p:cNvPr id="49" name="Text 29"/>
          <p:cNvSpPr/>
          <p:nvPr/>
        </p:nvSpPr>
        <p:spPr>
          <a:xfrm>
            <a:off x="6583680" y="42428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dashboard view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3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548640"/>
            <a:ext cx="3840480" cy="3840480"/>
          </a:xfrm>
          <a:prstGeom prst="ellipse">
            <a:avLst/>
          </a:prstGeom>
          <a:solidFill>
            <a:srgbClr val="1A6B3C">
              <a:alpha val="50000"/>
            </a:srgbClr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2926080"/>
            <a:ext cx="2286000" cy="2286000"/>
          </a:xfrm>
          <a:prstGeom prst="ellipse">
            <a:avLst/>
          </a:prstGeom>
          <a:solidFill>
            <a:srgbClr val="F0A500">
              <a:alpha val="3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347472"/>
            <a:ext cx="64008" cy="1417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47472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5486400" cy="594360"/>
          </a:xfrm>
          <a:prstGeom prst="rect">
            <a:avLst/>
          </a:prstGeom>
          <a:solidFill>
            <a:srgbClr val="F0A500">
              <a:alpha val="86000"/>
            </a:srgbClr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934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5727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3D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Md Shamim Hossain Ridoy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7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PHP &amp; Web Developer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SKILLS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004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3172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/ Laravel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65760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" y="3630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11480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080" y="4087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200400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480560" y="3172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/ HTML5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657600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480560" y="3630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Development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4114800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480560" y="4087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Version Control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365760" y="4590288"/>
            <a:ext cx="8412480" cy="384048"/>
          </a:xfrm>
          <a:prstGeom prst="rect">
            <a:avLst/>
          </a:prstGeom>
          <a:solidFill>
            <a:srgbClr val="1A6B3C">
              <a:alpha val="78000"/>
            </a:srgbClr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663440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77240" y="4636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github.com/</a:t>
            </a:r>
            <a:r>
              <a:rPr lang="en-US" sz="1000" dirty="0" err="1">
                <a:solidFill>
                  <a:srgbClr val="A7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sh-ridoy</a:t>
            </a:r>
            <a:endParaRPr lang="en-US" sz="10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4663440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611880" y="4636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redayh8888@gmail.com</a:t>
            </a:r>
            <a:endParaRPr lang="en-US" sz="10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4663440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446520" y="4636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Full-Stack Developer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274320"/>
            <a:ext cx="4114800" cy="4114800"/>
          </a:xfrm>
          <a:prstGeom prst="ellipse">
            <a:avLst/>
          </a:prstGeom>
          <a:solidFill>
            <a:srgbClr val="1A6B3C">
              <a:alpha val="40000"/>
            </a:srgbClr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548640"/>
            <a:ext cx="2743200" cy="2743200"/>
          </a:xfrm>
          <a:prstGeom prst="ellipse">
            <a:avLst/>
          </a:prstGeom>
          <a:solidFill>
            <a:srgbClr val="F0A500">
              <a:alpha val="2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743200" cy="2743200"/>
          </a:xfrm>
          <a:prstGeom prst="ellipse">
            <a:avLst/>
          </a:prstGeom>
          <a:solidFill>
            <a:srgbClr val="F0A500">
              <a:alpha val="20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600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914400" y="2670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7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PharmaCare PMS — Pharmacy Management System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286000" y="3310128"/>
            <a:ext cx="45720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349300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Developed by: Md Shamim Hossain Ridoy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828800" y="3950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C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PHP Developer  •  2025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617720"/>
            <a:ext cx="1280160" cy="292608"/>
          </a:xfrm>
          <a:prstGeom prst="rect">
            <a:avLst/>
          </a:prstGeom>
          <a:solidFill>
            <a:srgbClr val="F0A500">
              <a:alpha val="7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874520" y="4617720"/>
            <a:ext cx="1280160" cy="292608"/>
          </a:xfrm>
          <a:prstGeom prst="rect">
            <a:avLst/>
          </a:prstGeom>
          <a:solidFill>
            <a:srgbClr val="F0A500">
              <a:alpha val="7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74520" y="4617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91840" y="4617720"/>
            <a:ext cx="1280160" cy="292608"/>
          </a:xfrm>
          <a:prstGeom prst="rect">
            <a:avLst/>
          </a:prstGeom>
          <a:solidFill>
            <a:srgbClr val="F0A500">
              <a:alpha val="7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91840" y="4617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09160" y="4617720"/>
            <a:ext cx="1280160" cy="292608"/>
          </a:xfrm>
          <a:prstGeom prst="rect">
            <a:avLst/>
          </a:prstGeom>
          <a:solidFill>
            <a:srgbClr val="F0A500">
              <a:alpha val="7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4617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26480" y="4617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543800" y="4617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678</Words>
  <Application>Microsoft Office PowerPoint</Application>
  <PresentationFormat>On-screen Show (16:9)</PresentationFormat>
  <Paragraphs>160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PharmaCare PMS</dc:title>
  <dc:subject>PptxGenJS Presentation</dc:subject>
  <dc:creator>Md Shamim Hossain Ridoy</dc:creator>
  <cp:lastModifiedBy>Ridoy hasan</cp:lastModifiedBy>
  <cp:revision>2</cp:revision>
  <dcterms:created xsi:type="dcterms:W3CDTF">2026-05-07T03:36:26Z</dcterms:created>
  <dcterms:modified xsi:type="dcterms:W3CDTF">2026-05-07T04:01:33Z</dcterms:modified>
</cp:coreProperties>
</file>